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PAEDIATRIC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ORTHOPAEDICS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4572000" cy="36576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69748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Conditions, Growth Plate Injuries &amp; Developmental Disorders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Maninder Singh  |  MS Orthopedics  |  GMCH Amritsar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Plate (Physis) — Anatomy &amp; Injury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Physis Biology &amp; Classification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61872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Physis = most vulnerable structure in the immature skeleton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between epiphysis and metaphysis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plate cartilage is weaker than ligaments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Therefore: sprains are rare in children — suspect physis injury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Salter-Harris Classification: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I: Transphyseal (Thurston-Holland sign)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II: Through physis + metaphyseal fragment (most common 75%)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III: Through physis + epiphysis (intra-articular)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IV: Through metaphysis + physis + epiphysis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V: Crush injury — worst prognosis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Principles: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 &amp; II: usually closed reduction + cast (if &lt; 7–10 days)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III &amp; IV: anatomic reduction needed (often surgical)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V: often missed — follow-up for growth arrest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type = higher risk of growth disturbance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Arrest Consequences: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deformity (partial arrest)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 length discrepancy (complete arrest)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resection for partial physeal bars &lt; 50%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Epiphysiodesis of contralateral limb for LLD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Developmental Dysplasia of Hip (DDH)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8412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per 1000 live births; Female:Male = 6:1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factors: breech, first-born, family history, oligohydramnios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Acetabular dysplasia → Subluxation → Complete dislocation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by Age: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0–6 months: USS (Graf classification) — Barlow &amp; Ortolani tests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– 3 years: X-ray (acetabular index, Hilgenreiner/Perkin lines)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3 years: CT / MRI for surgical planning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by Age: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0–6 months: Pavlik harness (80–90% success)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6–18 months: Closed reduction under anaesthesia + spica cast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months – 3 years: Open reduction (medial/anterior approach) + pelvic osteotomy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3 years: Pelvic (Salter/Pemberton) + femoral osteotomy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SCFE &amp; Perthes Disease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SCFE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61872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SCFE (Slipped Capital Femoral Epiphysis):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obese adolescents (12–15 yrs boys, 10–13 girls)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in 20–40% cases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Klein's line on AP X-ray: epiphysis below the line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X-ray: AP + Frog-leg lateral (never force abduction)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Stable (can bear weight) vs Unstable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In-situ fixation with single cannulated screw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SCFE: emergency fixation — AVN risk 50%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forceful reduction — increases AVN risk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Perthes Disease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Legg-Calvé-Perthes Disease: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Idiopathic AVN of femoral head; age 4–8 years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Boys:Girls = 4:1; bilateral 10–12%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Herring lateral pillar classification (A/B/B-C border/C)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Catterall classification: I–IV (extent of involvement)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Stulberg classification: long-term sphericity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Containment principle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years &amp; Herring A/B: observation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Herring B/C &amp; &gt; 8 years: surgical containment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Femoral varus osteotomy or Salter pelvic osteotomy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younger onset = better outcome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Paediatric Fractures — Principles &amp; Common Injuries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8412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Differences from Adult Fractures: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Remodelling potential: younger age + closer to physis = better remodelling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Periosteum thicker — usually intact on one side (greenstick / torus fractures)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Ligaments stronger than growth plate — avulsion fractures common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Overgrowth: femur fractures in 2–10 yr olds: expect 1–2 cm overgrowth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Injuries: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Clavicle fractures: most common; figure-of-8 or sling; excellent remodelling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Supracondylar humerus fracture: most common elbow fracture (Gartland I–III)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Gartland III: closed reduction + percutaneous K-wires; watch for anterior interosseous nerve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head subluxation (Pulled Elbow / Nursemaid's): supination + flex — audible click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Toddler's fracture: undisplaced spiral tibia — cast 3–4 weeks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Non-accidental Injury (NAI) — Red Flags: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fractures at different stages, posterior rib fractures, metaphyseal corner fractures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Clubfoot (CTEV) &amp; Flatfoot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Clubfoot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61872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Congenital Talipes Equinovarus (CTEV):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Incidence: 1–2 per 1000 live births; M:F = 2:1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in 50% cases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(CAVE mnemonic):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Cavus (high arch), Adductus (forefoot), Varus (hindfoot), Equinus (plantarflexion)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Ponseti method: gold standard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casting × 5–8 casts (weekly)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require percutaneous Achilles tenotomy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foot abduction brace (FAB) — 23hr/day × 3 months, then nights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Re-casting for relapse — avoid posteromedial release (high recurrence)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Flatfoot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Paediatric Flatfoot: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flat foot: most common, usually physiological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arch development by age 6–7 years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treat: pain, shoe wear difficulties, rigid flat foot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flat foot: tarsal coalition (most common cause)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Coalition: calcaneonavicular (fibrous) or talocalcaneal (cartilaginous/bony)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CT scan for coalition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Coalition excision before secondary OA develops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Physiotherapy, arch supports for flexible flatfoot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Surgical: calcaneal lengthening (Evans) or medialising osteotomy for painful flexible flatfoot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Paediatric Bone &amp; Joint Infections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8412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Haematogenous Osteomyelitis: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in metaphysis (terminal loops — sluggish flow)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Organism: Staph aureus (most common all ages); Salmonella in sickle cell; GBS in neonates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Clinical: fever, local tenderness, reluctance to move limb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Investigations: WBC, CRP, ESR, blood cultures (50% positive), MRI (most sensitive)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IV antibiotics 48h; oral switch when CRP &lt; 20; total 3–6 weeks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Septic Arthritis: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Kocher criteria: fever &gt; 38.5°C, non-weight-bearing, ESR &gt; 40, WBC &gt; 12,000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criteria = 99% probability of septic arthritis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Kocher 4: emergency washout; &lt; 2 criteria: observe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Hip: always surgical washout — risk of AVN from capsular pressure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Tuberculous Osteomyelitis: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abscess, pathological fracture, gibbus deformity (spinal TB)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ATT × 9–12 months; surgical for cord compression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are not small adults — growth plate injuries need special attention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Salter-Harris Type III &amp; IV are intra-articular — anatomic reduction mandatory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DDH: Pavlik harness is first-line; timing of diagnosis determines treatment complexity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SCFE: in-situ fixation immediately — never attempt forceful reduction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Ponseti method is gold standard for CTEV — serial casting + tenotomy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Kocher 4 criteria for septic arthritis = emergency surgical washout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consider NAI in unusual fracture patterns in young children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Paediatric Orthopaedics</dc:title>
  <dc:subject>PptxGenJS Presentation</dc:subject>
  <dc:creator>PptxGenJS</dc:creator>
  <cp:lastModifiedBy>PptxGenJS</cp:lastModifiedBy>
  <cp:revision>1</cp:revision>
  <dcterms:created xsi:type="dcterms:W3CDTF">2026-06-15T16:37:11Z</dcterms:created>
  <dcterms:modified xsi:type="dcterms:W3CDTF">2026-06-15T16:37:11Z</dcterms:modified>
</cp:coreProperties>
</file>