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RECONSTRUCTION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Techniques, Graft Selection &amp; Return to Sport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4572000" cy="36576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Maninder Singh  |  MS Orthopedics  |  GMCH Amritsar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Epidemiology &amp; Anatomy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200,000+ ACL injuries per year globally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incidence: 15–25 year age group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athletes 3–5× higher risk than males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50–70% occur via non-contact mechanism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Sports: football, basketball, skiing, volleyball most common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Associated injuries: meniscal tear (50%), MCL tear (30%), bone bruise (80%)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Anatomy: Anteromedial + Posterolateral bundles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posterolateral femoral condyle; Insertion: tibial plateau (ACL footprint)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Assessment &amp; Diagnosis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Audible pop + immediate swelling (haemarthrosis within 2–4 hours)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Inability to continue sport, giving-way episodes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Tests: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Lachman Test: most sensitive (85–98%) — anterior tibial translation at 30° flexion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Anterior Drawer: less reliable in acute setting — best at 90°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Shift: most specific for rotational instability — gold standard for sport return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Findings: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ACL fibre disruption, oedema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bone bruise (posterolateral tibial plateau + lateral femoral condyle)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Segond fracture (lateral capsule avulsion) — pathognomonic of ACL tear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Graft Selection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480560" y="960120"/>
            <a:ext cx="36576" cy="402336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Autograft Options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BTB (Bone-Tendon-Bone): Gold standard for athletes — bone-to-bone healing, stiffest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Hamstring (ST/G 4-strand): Less donor site morbidity, good for females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Quadriceps tendon: large graft, rising popularity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Peroneus longus: alternative in revision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Allograft &amp; Synthetic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261872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Allograft: Older patients, lower demand, revision ACL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re-rupture rate vs autograft in young athletes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LARS ligament: synthetic, early return to sport — long-term data lacking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graft diameter: ≥ 8 mm (hamstring); reduces re-rupture risk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BTB tunnel: 10 mm standard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Graft diameter &lt; 8 mm: 3× higher failure rate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Technique — Arthroscopic ACL Reconstruction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of Surgery: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acute swelling to settle (3–6 weeks) — reduces arthrofibrosis risk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Pre-op: full ROM, quadriceps control, no effusion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Drilling: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Femoral tunnel: anatomic positioning via AM portal or outside-in technique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Tibial tunnel: ACL footprint centre, 55–60° angle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Double-bundle reconstruction for rotational stability (AM + PL bundles)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Fixation Devices: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BTB: interference screws (titanium or bioabsorbable)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Hamstring: endobutton (cortical fixation) + distal screw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Graft tension: 80–90 N at 20° flexion; fix femur first, tibia at 20° flexion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Post-operative Rehabilitation Protocol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(0–2 weeks): Acute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RICE, CPM, full weight-bearing as tolerated in brace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 sets, SLR, ankle pumps, effusion control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(2–6 weeks): Early Strengthening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kinetic chain: mini-squats, leg press (0–60°)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Stationary cycling, proprioception training, brace weaned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(6–12 weeks): Progressive Loading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OKC hamstring curls, step-ups, elliptical trainer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running, single-leg balance, sport-specific drills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(3–6 months): Sport-specific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programme, agility, plyometrics, return-to-sport criteria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Criteria: Limb symmetry index &gt; 90%, psychological readiness, pivot-shift negative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Complications &amp; Re-rupture Risk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Complications: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Arthrofibrosis (cyclops lesion) — 4–5%: prevent with delayed surgery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Infection: 0.3–0.5% — septic arthritis requires washout + antibiotics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Graft failure — technical errors: tunnel malposition (most common cause)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DVT: prophylaxis with LMWH + compression stockings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Re-rupture &amp; Long-term Outcomes: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Re-rupture rate: 5–10% at 5 years (autograft); 15–25% (allograft in young)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Contralateral ACL injury: 15% in adolescents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Osteoarthritis: 50% radiological OA at 10–15 years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sport rate: 82% — only 55% return to pre-injury level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factors: fear of re-injury major barrier to full return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9144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Lachman test is most sensitive; pivot-shift most specific for rotational instability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3–6 weeks post-injury before surgery to reduce arthrofibrosis risk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BTB autograft remains gold standard for young competitive athletes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Anatomic tunnel placement is the most important technical factor for success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Graft diameter ≥ 8 mm significantly reduces re-rupture rate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Return-to-sport criteria: LSI &gt; 90%, not just a time threshold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ACL Reconstruction — Techniques &amp; Outcomes</dc:title>
  <dc:subject>PptxGenJS Presentation</dc:subject>
  <dc:creator>PptxGenJS</dc:creator>
  <cp:lastModifiedBy>PptxGenJS</cp:lastModifiedBy>
  <cp:revision>1</cp:revision>
  <dcterms:created xsi:type="dcterms:W3CDTF">2026-06-15T16:37:10Z</dcterms:created>
  <dcterms:modified xsi:type="dcterms:W3CDTF">2026-06-15T16:37:10Z</dcterms:modified>
</cp:coreProperties>
</file>