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&amp; WRIST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INJURIES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4572000" cy="36576"/>
          </a:xfrm>
          <a:prstGeom prst="rect">
            <a:avLst/>
          </a:prstGeom>
          <a:solidFill>
            <a:srgbClr val="B8963E"/>
          </a:solidFill>
          <a:ln w="12700">
            <a:solidFill>
              <a:srgbClr val="B896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Fractures, Tendon Injuries, Nerve Compression &amp; Microsurgery Principles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Maninder Singh  |  MS Orthopedics  |  GMCH Amritsar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Anatomy of Hand &amp; Wrist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Osseous &amp; Ligamentous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Carpal bones (proximal row): Scaphoid, Lunate, Triquetrum, Pisiform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Carpal bones (distal row): Trapezium, Trapezoid, Capitate, Hamate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ligament: most important wrist stabiliser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TFCC (Triangular Fibrocartilage Complex): ulnar-side stabiliser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Flexor tendons: FDS (superficialis), FDP (profundus)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 (No Man's Land): flexor sheath — difficult repairs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Extensor tendons: 6 extensor compartments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Mallet finger: zone 1 extensor tendon avulsion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Tendons &amp; Neurovascular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61872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Extrinsic muscles: long flexors and extensors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muscles: lumbricals, interossei, thenar, hypothenar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 opposition: median nerve (recurrent branch — APB)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 abduction: ulnar nerve (dorsal interossei)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pinch: ulnar nerve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Nerve territories: Median (lateral 3½ fingers), Ulnar (medial 1½), Radial (dorsum)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supply: radial and ulnar arteries → superficial + deep palmar arches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Allen's test: radial vs ulnar artery dominance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Distal Radius Fractures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fracture in adults (16% of all fractures):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Colles' fracture: FOOSH, dorsal displacement + radial deviation + impaction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Smith's fracture: volar displacement — reverse Colles' (direct blow)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Barton's fracture: intra-articular rim fracture (dorsal or volar)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Frykman (I–VIII), AO/OTA, Fernandez — guides treatment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Radiological criteria for instability: dorsal tilt &gt; 20°, radial shortening &gt; 5 mm, intra-articular step &gt; 2 mm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Undisplaced stable: below-elbow cast 5–6 weeks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Displaced: closed reduction under haematoma block or Bier's block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/ intra-articular: volar locking plate (gold standard) or external fixator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plating for highly comminuted; arthroscopic assistance for articular step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Complications: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Malunion (most common), median nerve injury (CTS), EPL rupture, CRPS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Scaphoid Fractures — Diagnosis &amp;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commonly missed carpal fracture: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FOOSH — 70% of all carpal fractures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young males 15–30 years; rare in elderly (distal radius fractures instead)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'Anatomical snuffbox' tenderness — clinical scaphoid fracture until proven otherwise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X-ray: 60–70% sensitive (initial X-ray can be normal in undisplaced fractures)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scan: gold standard for fracture pattern + displacement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MRI: best for occult fractures — diagnose within 24 hours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Supply: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Retrograde — proximal pole is avascular; waist fractures = 30% AVN risk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Undisplaced distal pole: thumb spica cast 6–8 weeks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Undisplaced waist: cast vs percutaneous headless compression screw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Displaced / proximal pole: ORIF with headless screw (Herbert / Acutrak)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AVN management: vascularised bone graft (1,2 ICSRA or free vascularised graft)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Tendon Injuries of the Hand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Flexor Tendons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Flexor Tendon Zones: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1: FDP only — jersey finger (ring finger most common)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 (No Man's Land): FDS + FDP within sheath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 repair: most technically demanding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3–5: extra-synovial — better outcomes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repair: within 12–24 hours preferred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sutures (4-strand minimum) + epitendinous suture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Post-repair: early active mobilisation (Kleinert / Belfast protocol)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passive immobilisation — reduces adhesion + improves gliding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Extensor Tendons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61872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Extensor Tendon Zones: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1: Mallet finger — DIP extension lag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Mallet: 6–8 weeks DIP splint in extension (Stack splint)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Bony mallet &gt; 30% articular surface: ORIF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3: Boutonnière deformity — central slip disruption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boutonnière: splint PIP in extension 6 weeks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5–7: Sagittal band rupture — trigger finger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Extensor pollicis longus (EPL) rupture: seen after distal radius fracture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 or EBP transfer for EPL rupture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Nerve Compression Syndromes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Carpal Tunnel Syndrome (CTS) — Most common compression neuropathy: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of median nerve under flexor retinaculum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Symptoms: nocturnal paraesthesia in lateral 3½ fingers, thenar wasting (late)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Tinel's sign (wrist flexion crease), Phalen's test (wrist flexion 60 sec)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Investigations: nerve conduction studies (gold standard — NCS/EMG)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night splint + steroid injection (temporary); surgical carpal tunnel decompression (definitive)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Cubital Tunnel Syndrome — Second most common: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Ulnar nerve compression at elbow (Osborne's fascia)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+ little finger paraesthesia, clawing (ring + little), weak grip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Froment's sign: thumb IP flexion (FPL compensates for weak APB)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 elbow padding; surgical: in-situ decompression or anterior transposition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Tunnel Syndrome: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compression at arcade of Frohse — lateral forearm pain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true motor weakness; differentiate from lateral epicondylitis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D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Replantation &amp; Microsurgical Principles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480560" y="960120"/>
            <a:ext cx="36576" cy="402336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Indications &amp; Contraindications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Replantation Indications: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 amputation (functional priority)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digit amputation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finger in children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/ transmetacarpal level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Relative: single finger distal to FDS insertion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Contraindications: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Severely crushed / avulsed parts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injury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ischaemia (&gt; 6 hr warm, &gt; 12 hr cold)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with comorbidities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preference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&amp; Post-op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61872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Replantation Sequence (BEFAVS):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Bone: shortening + fixation (K-wire or mini-plate)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Extensor tendon repair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Flexor tendon repair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Artery repair (vein graft if tension)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Vein repair (2:1 ratio to arteries)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closure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Post-operative: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Heparin infusion, aspirin, chlorpromazine (vasodilation)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flap/digit monitoring — Doppler + colour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Failure: venous congestion (commonest) — leech therapy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rates: 80% thumb, 75% multiple digit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91440"/>
          </a:xfrm>
          <a:prstGeom prst="rect">
            <a:avLst/>
          </a:prstGeom>
          <a:solidFill>
            <a:srgbClr val="B896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Anatomical snuffbox tenderness = clinical scaphoid fracture until proven otherwise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Volar locking plate is gold standard for unstable distal radius fractures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 flexor tendon repair requires 4-strand core suture + early active mobilisation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Mallet finger: 6–8 weeks continuous DIP extension splinting — no surgery unless bony Mallet &gt; 30%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CTS: NCS/EMG confirms diagnosis; carpal tunnel decompression is curative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 replantation is always indicated — it contributes 40% of hand function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BEFAVS sequence ensures optimal replantation outcomes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 &amp; Wrist Injuries</dc:title>
  <dc:subject>PptxGenJS Presentation</dc:subject>
  <dc:creator>PptxGenJS</dc:creator>
  <cp:lastModifiedBy>PptxGenJS</cp:lastModifiedBy>
  <cp:revision>1</cp:revision>
  <dcterms:created xsi:type="dcterms:W3CDTF">2026-06-15T16:37:11Z</dcterms:created>
  <dcterms:modified xsi:type="dcterms:W3CDTF">2026-06-15T16:37:11Z</dcterms:modified>
</cp:coreProperties>
</file>