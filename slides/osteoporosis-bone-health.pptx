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82296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OSTEOPOROSIS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BONE HEALTH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457200" y="2606040"/>
            <a:ext cx="4572000" cy="36576"/>
          </a:xfrm>
          <a:prstGeom prst="rect">
            <a:avLst/>
          </a:prstGeom>
          <a:solidFill>
            <a:srgbClr val="B8963E"/>
          </a:solidFill>
          <a:ln w="12700">
            <a:solidFill>
              <a:srgbClr val="B8963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74320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Diagnosis, Prevention &amp; Pharmacological Management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Maninder Singh  |  MS Orthopedics  |  GMCH Amritsar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 &amp; Epidemiology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Definition: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BMD T-score ≤ −2.5 SD below young adult mean (DXA scan)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T-score −1.0 to −2.5 = Osteopenia (low bone mass)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Burden: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million women affected worldwide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3 women and 1 in 5 men over 50 sustain osteoporotic fracture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India: 50 million osteoporotic patients; rising with aging population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fracture mortality: 20–30% within 1 year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cost: ₹10,000 crore/year in India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Bone Mass: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by age 25–30; 90% by age 18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Genetic factors account for 60–80% of peak bone mass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 + Vitamin D + exercise critical in adolescence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Pathophysiology of Osteoporosis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Remodelling Cycle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Osteoclasts: bone resorption (RANKL-mediated)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Osteoblasts: bone formation (Wnt-pathway)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Normal: resorption = formation (coupled)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Osteoporosis: uncoupling — resorption &gt; formation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Post-menopause: oestrogen loss → RANKL upregulation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bone loss: 1–2% per year post-menopause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Trabecular bone lost faster than cortical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Osteoporosis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 (Postmenopausal): oestrogen deficiency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II (Senile): age-related, both sexes &gt; 70 yrs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Causes: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Glucocorticoid use (most common drug cause)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Hyperparathyroidism, hyperthyroidism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Malabsorption (coeliac, IBD)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Hypogonadism (male — testosterone deficiency)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Anticonvulsants, PPIs, heparin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Immobilisation, anorexia nervosa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Factors &amp; FRAX Score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 Clinical Risk Factors (FRAX inputs):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&gt; 65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fragility fracture (strongest predictor)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Parental history of hip fracture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 &lt; 19 kg/m²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smoking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&gt; 3 units/day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Glucocorticoid use (≥ 5 mg prednisolone ≥ 3 months)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osteoporosis (RA, diabetes, COPD)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FRAX Tool: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10-year probability of major osteoporotic fracture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threshold: FRAX hip fracture &gt; 3% or major fracture &gt; 20%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at: frax.shef.ac.uk — country-specific calculations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— DXA &amp; Laboratory Workup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DXA (Dual Energy X-ray Absorptiometry):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measured: Lumbar spine (L1–L4), hip (femoral neck + total hip)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T-score: compared to young adult reference population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Z-score: compared to age-matched controls (&lt; −2.0 = secondary cause)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Scan: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women ≥ 65 years, men ≥ 70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Younger with risk factors (glucocorticoids, fragility fracture, etc.)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every 1–2 years if on treatment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Laboratory Tests: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Calcium, Phosphate, ALP, 25-OH Vitamin D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PTH, TSH, testosterone (males), cortisol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protein electrophoresis (myeloma)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Bone turnover markers: CTX (resorption), P1NP (formation)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Non-pharmacological Management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 &amp; Vitamin D: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Calcium: 1000–1200 mg/day (dietary preferred; supplement if deficient)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D: 800–1000 IU/day (higher doses in deficiency)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25-OH Vitamin D: &gt; 50 nmol/L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Weight-bearing aerobic: walking, jogging, dancing (30 min × 5/week)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Resistance training: builds muscle + stimulates osteogenesis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 training: Tai Chi reduces falls by 30–50%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Modifications: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smoking: 10–15% BMD improvement over 10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 alcohol: &lt; 2 units/day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 prevention: home assessment, remove trip hazards, good footwear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protectors: in nursing home patients, reduce hip fracture by 25%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Pharmacological Treatment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480560" y="960120"/>
            <a:ext cx="36576" cy="402336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91440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Antiresorptive Agents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1261872"/>
            <a:ext cx="39319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Alendronate: 70 mg weekly PO — first-line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Risedronate: 35 mg weekly — GI-friendly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Zoledronic acid: 5 mg IV yearly — best adherence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Denosumab: 60 mg SC 6-monthly — RANK-L inhibitor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Raloxifene (SERM): post-menopausal women only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HRT: vertebral fracture reduction; cardiovascular risks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holiday: bisphosphonates after 5 years (vertebral)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Atypical femur fracture: rare (1:1000) — stop if thigh pain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91440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Anabolic Agents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754880" y="1261872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Teriparatide (PTH 1-34): 20 mcg SC daily × 2 years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new bone — unlike antiresorptives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vertebral fractures by 65%, non-vertebral by 53%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Indications: severe osteoporosis, multiple fractures, failure of antiresorptive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Abaloparatide: PTHrP analogue — similar efficacy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Romosozumab: anti-sclerostin antibody; anabolic + antiresorptive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months then switch to antiresorptive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P1NP (response marker at 3 months)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F1D3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Fragility Fractures — Orthopaedic Management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1005840"/>
            <a:ext cx="84124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Fracture from low-energy mechanism (fall from standing height or less)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Sites: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Vertebral (most common — 50% asymptomatic), Distal radius (Colles'), Hip (most morbid), Proximal humerus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Fracture Management: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Surgery within 48 hours (best outcomes — orthogeriatric care model)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Intracapsular (NOF): hemiarthroplasty vs THR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Extracapsular (intertrochanteric): DHS or cephalomedullary nail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Orthogeriatric co-management reduces mortality by 30–40%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b="1" dirty="0">
                <a:solidFill>
                  <a:srgbClr val="B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Fracture Prevention: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Fracture Liaison Service (FLS) — identify + treat all fragility fractures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antiresorptive therapy within 2 weeks of hip fracture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NICE guideline: treat all women &gt; 75 with hip fracture — no DXA needed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91440"/>
          </a:xfrm>
          <a:prstGeom prst="rect">
            <a:avLst/>
          </a:prstGeom>
          <a:solidFill>
            <a:srgbClr val="B8963E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T-score ≤ −2.5 = Osteoporosis; T-score −1.0 to −2.5 = Osteopenia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fragility fracture is the single strongest predictor of future fracture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FRAX tool guides treatment decisions; threshold: hip fracture risk &gt; 3%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Bisphosphonates are first-line; consider drug holiday after 5 years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Teriparatide for severe osteoporosis; greatest anabolic effect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 fracture: surgery within 48 hours under orthogeriatric co-management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Fracture Liaison Service prevents 20–25% of secondary fractures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Osteoporosis &amp; Bone Health</dc:title>
  <dc:subject>PptxGenJS Presentation</dc:subject>
  <dc:creator>PptxGenJS</dc:creator>
  <cp:lastModifiedBy>PptxGenJS</cp:lastModifiedBy>
  <cp:revision>1</cp:revision>
  <dcterms:created xsi:type="dcterms:W3CDTF">2026-06-15T16:37:10Z</dcterms:created>
  <dcterms:modified xsi:type="dcterms:W3CDTF">2026-06-15T16:37:10Z</dcterms:modified>
</cp:coreProperties>
</file>